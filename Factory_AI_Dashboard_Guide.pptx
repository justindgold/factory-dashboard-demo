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Building and Deploying a</a:t>
            </a:r>
            <a:br/>
            <a:r>
              <a:t>Live Dashboard with Factory.AI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A Step-by-Step Guide for EY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Will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 live, interactive dashboard from your Excel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Automatic updates when your spreadsheet changes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Accessible to everyone at EY via a web link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Admin controls for editing and access management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Secured with Microsoft SSO — real EY account sign-in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Time: ~30 minutes (including SSO)  |  Technical experience: None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Need Before Starting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Factory.AI CLI (Droid) — pre-installed or visit factory.ai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A GitHub account — github.com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A Streamlit Cloud account — streamlit.io/cloud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Your data in an Excel file (.xlsx)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Azure AD app registration — request from IT (see next slide)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FIRST: Send This Email to Your IT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Send this request NOW — it may take a day or two to process.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dashboard works without SSO while you wait.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"Hi, I need an Azure AD app registration for a Streamlit dashboard.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Register app: Factory AI Dashboard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Account type: This organizational directory only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3. Redirect URI: Web &gt; [I will provide the URL]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4. Create a client 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5. Add User.Read permission + grant admin consent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6. Send me: client_id, tenant_id, client_secret"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1: Open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Open your terminal (Mac: search "Terminal" in Spotlight)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Type:  droid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Factory.AI prompt will appear.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give instructions in plain English — it writes the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2: Describe Your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 what you want. Example: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"Create a Streamlit dashboard using [my file path].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Use EY branding. Include KPI cards, charts, and filters.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Anyone with an @ey.com email can view.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Only admins can edit. Let me add and remove admins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directly inside the app by entering their @ey.com email.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Include Microsoft SSO using Azure AD."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Tip: Right-click your Excel file &gt; Option + Copy as Pathname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3: Test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Factory.AI launches the dashboard in your browser.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not, type:  "run the streamlit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Verify: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Charts display your data correctly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Filters work (Region, Date Range, etc.)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KPI numbers look reasonable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Want changes? Just say it: "Make the title bigger"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4: Push to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"Push this code to GitHub and create a new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repo called My Dashboard Name"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It will create the repository and upload everything.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Save the URL it gives you — you need it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5: Deploy 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and sign in with GitHub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"New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Select your repository, branch: main, file: app.py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"Deploy"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Wait 2-3 minutes for the app to build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will get a live URL like: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https://my-dashboard-xyz.streamlit.app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6: Share With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Share the Streamlit URL to start testing.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For sensitive data, complete Step 8 (SSO) before sharing broadly.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Two roles: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Viewer (any @ey.com email)  →  View charts, filters, read-only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Admin (people you grant)      →  Edit data, download, manage access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are the first admin. Everyone else starts as a viewer.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Managing Admin vs Viewer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give someone admin access: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Sign in as admin &gt; scroll to 'Admin: Manage Admins'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Enter their @ey.com email &gt; click 'Add Admin'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They have admin access immediately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remove admin access: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Use the 'Remove admin' dropdown &gt; click 'Remove Admin'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They revert to viewer access immediately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Note: You cannot remove yourself. At least one admin is required.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7: Keep It Updated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update data: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Tell Factory.AI: "Copy latest Excel into data folder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and push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change the dashboard: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Describe what you want → "push changes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Streamlit Cloud redeploys automatically (~1 minute).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8: Activate Microsoft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Your app already has SSO built in from Step 2.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Now you activate it with the 3 values from your IT team.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Without SSO: anyone can type any @ey.com email — no verification.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 SSO: users sign in with their real EY Microsoft account.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Zero code changes needed — you are only pasting configuration.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8a: Register an App in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need someone with Azure AD admin access (typically IT).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portal.azure.com &gt; search 'App registrations'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'+ New registration'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Name: 'Factory AI Dashboard'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Account type: 'This organizational directory only' (EY only)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Redirect URI: Web &gt;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6.  Click 'Register'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8b-c: Get Your Three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From the app Overview page, copy: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Application (client) ID  →  your client_id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Directory (tenant) ID    →  your tenant_id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Then go to Certificates &amp; secrets: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Click '+ New client secret' &gt; copy the Value  →  your client_secret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IMPORTANT: The secret is only shown once — copy it immediately.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8d: Add API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API permissions &gt; '+ Add a permission'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Select 'Microsoft Graph' &gt; 'Delegated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Search for 'User.Read' and check 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'Add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Click 'Grant admin consent for EY'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 don't see the consent button, ask a Global Admin to do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8e: Paste Values into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&gt; your app &gt; Settings &gt; Secrets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Paste: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[azure]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client_id = "your-client-id"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client_secret = "your-client-secret"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tenant_id = "your-tenant-id"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redirect_uri = "https://your-app.streamlit.app"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Click Save &gt; Reboot app. That's it — SSO is live.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Changes After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BEFORE:                                    AFTER: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Users type email in a text box              Users click 'Sign in with Microsoft'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verification at all                           Microsoft verifies their identity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Not safe for sensitive data                  Enterprise-grade security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audit trail                                      Microsoft logs all sign-ins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app switches automatically — no code changes needed.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Reminder: Follow Up with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your IT team has not yet responded to the email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sent at the beginning of this guide: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 Follow up and provide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(from Step 5) as the redirect URI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 Share the AZURE_SSO_SETUP.md file from your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GitHub repository for full technical details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Once you have the 3 values, paste them into Streamlit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Cloud Secrets (Step 8e) and SSO goes live instantly.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ModuleNotFoundError  →  "Add [package] to requirements.txt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Excel file not found  →  "Copy Excel into data folder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Dashboard broken  →  Paste error, say "fix this", then push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Wrong data  →  Check Excel for blank rows or text in number columns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redirect error  →  Verify redirect URI matches exactly in Azure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auth failed  →  Client secret may have expired; create a new one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Quick Reference: What to Tell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Build a dashboard     →  "Create a Streamlit dashboard using [file]"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Change a chart          →  "Change the bar chart to a line chart"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Add a filter                 →  "Add a filter for [column name]"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Fix an error                →  Paste the error, say "fix this"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Push to GitHub          →  "Push the changes to GitHub"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Start Building Today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factory.ai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