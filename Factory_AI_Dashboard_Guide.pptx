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Building and Deploying a</a:t>
            </a:r>
            <a:br/>
            <a:r>
              <a:t>Live Dashboard with Factory.AI</a:t>
            </a:r>
          </a:p>
          <a:p>
            <a:pPr algn="ctr">
              <a:spcBef>
                <a:spcPts val="1600"/>
              </a:spcBef>
              <a:defRPr sz="2200">
                <a:solidFill>
                  <a:srgbClr val="FFE600"/>
                </a:solidFill>
              </a:defRPr>
            </a:pPr>
            <a:r>
              <a:t>A Step-by-Step Guide for EY Professionals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What You Will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A live, interactive dashboard from your Excel data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Automatic updates when your spreadsheet changes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Accessible to everyone at EY via a web link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Admin controls for editing and access management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Time: ~20 minutes  |  Technical experience: None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What You Need Before Starting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1.  Factory.AI CLI (Droid) — pre-installed or visit factory.ai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2.  A GitHub account — github.com (free)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3.  A Streamlit Cloud account — streamlit.io/cloud (free)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4.  Your data in an Excel file (.xlsx)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Step 1: Open Factory.AI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Open your terminal (Mac: search "Terminal" in Spotlight)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Type:  droid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The Factory.AI prompt will appear.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You give instructions in plain English — it writes the code.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Step 2: Describe Your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Tell Factory.AI what you want. Example: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"Create a Streamlit dashboard using the Excel file at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 [your file path] as the data source.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 Use EY branding. Include KPI cards, charts, and filters.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 Add role-based access for @ey.com emails."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Tip: Right-click your Excel file &gt; Option + Copy as Pathname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Step 3: Test Locally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Factory.AI launches the dashboard in your browser.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If not, type:  "run the streamlit app"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Verify: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Charts display your data correctly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Filters work (Region, Date Range, etc.)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KPI numbers look reasonable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Want changes? Just say it: "Make the title bigger"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Step 4: Push to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Tell Factory.AI: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"Push this code to GitHub and create a new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 repo called My Dashboard Name"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It will create the repository and upload everything.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Save the URL it gives you — you need it next.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Step 5: Deploy to Streamlit Cloud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1.  Go to share.streamlit.io and sign in with GitHub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2.  Click "New app"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3.  Select your repository, branch: main, file: app.py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4.  Click "Deploy"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5.  Wait 2-3 minutes for the app to build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You will get a live URL like: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https://my-dashboard-xyz.streamlit.app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Step 6: Share With Your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Send the Streamlit URL to anyone at EY.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Access model: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Any @ey.com email  →  View dashboard (read-only)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Admins you configure  →  Edit data, manage access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To add an admin: scroll to bottom of dashboard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→ "Admin: Manage Admins" → enter their @ey.com email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Step 7: Keep It Updated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To update data: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Tell Factory.AI: "Copy latest Excel into data folder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and push to GitHub"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To change the dashboard: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Describe what you want → "push changes to GitHub"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Streamlit Cloud redeploys automatically (~1 minute).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Step 8: Secure with Microsoft 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Without SSO, anyone can type any @ey.com email — no verification.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With SSO, users sign in with their real EY Microsoft account.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IMPORTANT: Required if your dashboard has sensitive data.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Good news: The code already supports SSO.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You only need to paste 3 values — zero code changes.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Step 8a: Register an App in Azure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You need someone with Azure AD admin access (typically IT).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1.  Go to portal.azure.com &gt; search 'App registrations'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2.  Click '+ New registration'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3.  Name: 'Factory AI Dashboard'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4.  Account type: 'This organizational directory only' (EY only)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5.  Redirect URI: Web &gt; your Streamlit Cloud URL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6.  Click 'Register'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Step 8b-c: Get Your Three Values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From the app Overview page, copy: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1.  Application (client) ID  →  your client_id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2.  Directory (tenant) ID    →  your tenant_id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Then go to Certificates &amp; secrets: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3.  Click '+ New client secret' &gt; copy the Value  →  your client_secret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IMPORTANT: The secret is only shown once — copy it immediately.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Step 8d: Add API Permissions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1.  Go to API permissions &gt; '+ Add a permission'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2.  Select 'Microsoft Graph' &gt; 'Delegated permissions'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3.  Search for 'User.Read' and check it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4.  Click 'Add permissions'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5.  Click 'Grant admin consent for EY'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If you don't see the consent button, ask a Global Admin to do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Step 8e: Paste Values into Streamlit Cloud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1.  Go to share.streamlit.io &gt; your app &gt; Settings &gt; Secrets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2.  Paste: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  [azure]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  client_id = "your-client-id"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  client_secret = "your-client-secret"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  tenant_id = "your-tenant-id"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  redirect_uri = "https://your-app.streamlit.app"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3.  Click Save &gt; Reboot app. That's it — SSO is live.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What Changes After 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BEFORE:                                    AFTER: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Users type email in a text box              Users click 'Sign in with Microsoft'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No verification at all                           Microsoft verifies their identity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Not safe for sensitive data                  Enterprise-grade security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No audit trail                                      Microsoft logs all sign-ins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The app switches automatically — no code changes needed.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Email Template for Your IT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"Hi, I need an Azure AD app registration for a Streamlit dashboard."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Ask them to: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1.  Register app named "Factory AI Dashboard"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2.  Set to EY tenant only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3.  Add Web redirect URI: [your Streamlit URL]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4.  Create a client secret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5.  Add User.Read permission + grant admin consent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6.  Send you the client_id, tenant_id, and client_secret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Troubleshooting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ModuleNotFoundError  →  "Add [package] to requirements.txt and push"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Excel file not found  →  "Copy Excel into data folder and push"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Dashboard broken  →  Paste error, say "fix this", then push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Wrong data  →  Check Excel for blank rows or text in number columns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SSO redirect error  →  Verify redirect URI matches exactly in Azure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SSO auth failed  →  Client secret may have expired; create a new one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Quick Reference: What to Tell Factory.AI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Build a dashboard     →  "Create a Streamlit dashboard using [file]"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Change a chart          →  "Change the bar chart to a line chart"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Add a filter                 →  "Add a filter for [column name]"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Fix an error                →  Paste the error, say "fix this"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Push to GitHub          →  "Push the changes to GitHub"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Start Building Today</a:t>
            </a:r>
          </a:p>
          <a:p>
            <a:pPr algn="ctr">
              <a:spcBef>
                <a:spcPts val="1600"/>
              </a:spcBef>
              <a:defRPr sz="2200">
                <a:solidFill>
                  <a:srgbClr val="FFE600"/>
                </a:solidFill>
              </a:defRPr>
            </a:pPr>
            <a:r>
              <a:t>factory.ai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